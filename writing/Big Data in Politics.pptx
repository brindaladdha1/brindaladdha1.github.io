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927685186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927685186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927685186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927685186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927685186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927685186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27685186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27685186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927685186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927685186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27685186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927685186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927685186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927685186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927685186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927685186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9276851860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9276851860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9276851860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9276851860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9276851860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9276851860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9276851860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9276851860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927685186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927685186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9276851860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927685186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927685186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927685186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9276851860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9276851860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9276851860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9276851860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Data in Politics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Brinda Laddha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Understanding Big Data in Politics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Collection 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Analysis and Voter Profiling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Election Forecasting and Polling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Case Studies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aleway"/>
              <a:buChar char="●"/>
            </a:pP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Future Trends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Understanding Big Data in Politics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data in politics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-</a:t>
            </a:r>
            <a:r>
              <a:rPr lang="en" sz="1350">
                <a:solidFill>
                  <a:schemeClr val="dk2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Combination of massive technological power and endlessly detailed voter information</a:t>
            </a:r>
            <a:endParaRPr sz="1350">
              <a:solidFill>
                <a:schemeClr val="dk2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2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-Campaigns now know far more about their constituents than ever before — what they read, which movies they stream, which shows they watch, where they shop, which products they buy.</a:t>
            </a:r>
            <a:endParaRPr sz="1350">
              <a:solidFill>
                <a:schemeClr val="dk2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2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chemeClr val="dk2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rabicPeriod"/>
            </a:pPr>
            <a:r>
              <a:rPr b="1"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Precision Targeting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rabicPeriod"/>
            </a:pPr>
            <a:r>
              <a:rPr b="1"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Personalization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rabicPeriod"/>
            </a:pPr>
            <a:r>
              <a:rPr b="1"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Optimized Campaign Strategies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rabicPeriod"/>
            </a:pPr>
            <a:r>
              <a:rPr b="1"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Voter Identification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aleway"/>
              <a:buAutoNum type="arabicPeriod"/>
            </a:pPr>
            <a:r>
              <a:rPr b="1"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Election Forecasting</a:t>
            </a:r>
            <a:endParaRPr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Data Collection in Politics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Sources of Data</a:t>
            </a:r>
            <a:endParaRPr sz="2300"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729450" y="17015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</a:pP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Exit Polls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Exit polls in India have been known to predict election outcomes with remarkable accuracy. In the 2019 Indian general elections, the exit poll predictions closely matched the actual results.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</a:pP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Social Media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During the 2020 U.S. presidential election, Twitter reported that there were 682 million tweets related to the election in the month leading up to Election Day.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</a:pP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Campaign Contributions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 the 2020 U.S. presidential election, over $14 billion was spent on campaigns, making it the most expensive election in American history.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</a:pPr>
            <a:r>
              <a:rPr b="1"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Public Speeches and Debates</a:t>
            </a: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 2020, the first presidential debate between Donald Trump and Joe Biden had 73.1 million viewers, making it one of the most-watched debates in history.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95000"/>
              </a:lnSpc>
              <a:spcBef>
                <a:spcPts val="15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Privacy Concerns</a:t>
            </a:r>
            <a:endParaRPr sz="2300"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None/>
            </a:pP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Invasive Data Collection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None/>
            </a:pP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Psychographic Profiling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None/>
            </a:pP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Security Risks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None/>
            </a:pP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Third-Party Data Brokers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None/>
            </a:pP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Lack of Transparency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None/>
            </a:pP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Legislation and Regulation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Roboto"/>
                <a:ea typeface="Roboto"/>
                <a:cs typeface="Roboto"/>
                <a:sym typeface="Roboto"/>
              </a:rPr>
              <a:t>Data Analysis and Voter Profiling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NGP VAN is comprehensive campaign management software for political campaigns and non-profits.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It integrates voter data to provide insights into demographics and voting history.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Precise targeting is achieved based on various criteria.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software facilitates campaign outreach and logs interactions with voters.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It aids in fundraising efforts by tracking donations and segmenting donors.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Event management features help organize campaign events and manage RSVPs.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analysis and reporting tools offer real-time progress monitoring.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Emphasis on data security and compliance ensures campaign finance regulation adherence.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Micro-</a:t>
            </a:r>
            <a:r>
              <a:rPr lang="en"/>
              <a:t>Targeting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Micro-targeting tailors campaign efforts to highly segmented voter groups with personalized messages.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Big data and analytics play a crucial role in understanding individual voter preferences.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collection and analysis create precise voter segments based on demographics and other factors.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Customized messages resonate with specific voter concerns and values, enhancing engagement.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Resource allocation is optimized, making campaign efforts more efficient.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Micro-targeting isn't just about persuasion; it also boosts voter turnout.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Criticisms include potential filter bubbles, ethical concerns, and data usage.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It has transformed modern political campaigns, shaping engagement strategies and reaching specific demographics effectively.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b="1" sz="58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Roboto"/>
                <a:ea typeface="Roboto"/>
                <a:cs typeface="Roboto"/>
                <a:sym typeface="Roboto"/>
              </a:rPr>
              <a:t>Election Forecasting and Polling</a:t>
            </a:r>
            <a:endParaRPr sz="3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Modelling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Big data is crucial for predictive modeling, enabling the use of vast and diverse datasets.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preprocessing automation and efficiency are essential for accurate modeling.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Machine learning algorithms handle the complexity of big data.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Parallel processing on big data platforms ensures efficient model building.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Real-time predictions find applications in fraud detection and recommendations.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Predictive models excel in identifying anomalies and continuously adapting.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Efforts are made to maintain model interpretability and address ethical considerations.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Big data empowers organizations, automating processes, and driving data-driven decisions in various industries.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Case Study</a:t>
            </a:r>
            <a:endParaRPr sz="3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example (positive)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Project Narwhal aimed to enhance the DNC's data analytics and voter outreach capabilities.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Data integration involved various sources like voter registration records and social media data.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It enabled precise voter targeting and personalized outreach efforts through data analytics.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project emphasized collaboration between the DNC, state Democratic parties, and campaign teams.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Results included improved voter turnout and accurate campaign predictions.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Challenges encompassed privacy, security, and data protection compliance.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legacy of Project Narwhal may reshape the future of political campaigns and data-driven strategies.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59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Example (negative)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Cambridge Analytica scandal involved the improper use of big data in politics.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Cambridge Analytica created psychographic profiles of millions of Facebook users without consent.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scandal highlighted ethical concerns and privacy violations.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Regulatory actions and fines followed, impacting both Facebook and the consulting firm.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This case underscores the importance of ethical data handling and the need for stronger data privacy regulations in political data usage.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Roboto"/>
                <a:ea typeface="Roboto"/>
                <a:cs typeface="Roboto"/>
                <a:sym typeface="Roboto"/>
              </a:rPr>
              <a:t>Future Trends</a:t>
            </a:r>
            <a:endParaRPr sz="3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</a:t>
            </a:r>
            <a:r>
              <a:rPr lang="en"/>
              <a:t>Intelligence</a:t>
            </a:r>
            <a:r>
              <a:rPr lang="en"/>
              <a:t> </a:t>
            </a:r>
            <a:endParaRPr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AI rapidly processes and analyzes vast political data, facilitating data-driven decisions.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Predictive models use AI to forecast election results and adapt to new data.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AI enables precise micro-targeting and personalized campaign messages.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Natural Language Processing extracts insights from social media and news.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Deep learning and image analysis assess rally attendance and speech sentiment.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AI plays a role in security and fraud detection.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AI-driven chatbots enhance voter education and engagement.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Real-time monitoring of social media allows quick responses to emerging issues.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Ethical considerations are crucial in AI's political use, addressing data privacy and bias.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AI revolutionizes campaigns, making them more data-focused and responsive to the electorate's needs.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622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